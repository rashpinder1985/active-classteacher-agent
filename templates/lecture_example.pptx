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Topic: Introduction to Fractions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fraction?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fraction represents part of a whole. Numerator and denominator.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Poll: Which fraction is larger?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A) 1/2  B) 1/3  C) 2/3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Fractions compare parts to a whole.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